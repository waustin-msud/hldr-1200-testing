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2" r:id="rId6"/>
    <p:sldId id="265" r:id="rId7"/>
    <p:sldId id="264" r:id="rId8"/>
    <p:sldId id="267" r:id="rId9"/>
    <p:sldId id="268" r:id="rId10"/>
    <p:sldId id="269" r:id="rId11"/>
    <p:sldId id="270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E5"/>
    <a:srgbClr val="6F6F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9D48A4-75AC-D2F8-87B7-2589C51FAC10}" v="18" dt="2020-02-25T18:21:45.9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9" autoAdjust="0"/>
    <p:restoredTop sz="94660"/>
  </p:normalViewPr>
  <p:slideViewPr>
    <p:cSldViewPr snapToGrid="0">
      <p:cViewPr varScale="1">
        <p:scale>
          <a:sx n="72" d="100"/>
          <a:sy n="72" d="100"/>
        </p:scale>
        <p:origin x="8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B51DF-883D-4546-9FDA-04192CC88607}" type="datetimeFigureOut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4">
            <a:extLst>
              <a:ext uri="{FF2B5EF4-FFF2-40B4-BE49-F238E27FC236}">
                <a16:creationId xmlns:a16="http://schemas.microsoft.com/office/drawing/2014/main" id="{1FEA5A3D-88B2-4FD2-A684-91F4D86196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29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4400"/>
            </a:lvl1pPr>
            <a:lvl2pPr>
              <a:defRPr sz="4400"/>
            </a:lvl2pPr>
            <a:lvl3pPr>
              <a:defRPr sz="4000"/>
            </a:lvl3pPr>
            <a:lvl4pPr>
              <a:defRPr sz="3600"/>
            </a:lvl4pPr>
            <a:lvl5pPr>
              <a:defRPr sz="3200"/>
            </a:lvl5pPr>
            <a:lvl6pPr>
              <a:defRPr sz="2800"/>
            </a:lvl6pPr>
          </a:lstStyle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705F-B548-4303-9024-BB9D0D0AA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361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705F-B548-4303-9024-BB9D0D0AA41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989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705F-B548-4303-9024-BB9D0D0AA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913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705F-B548-4303-9024-BB9D0D0AA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603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705F-B548-4303-9024-BB9D0D0AA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16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705F-B548-4303-9024-BB9D0D0AA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458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54705F-B548-4303-9024-BB9D0D0AA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236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705F-B548-4303-9024-BB9D0D0AA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123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705F-B548-4303-9024-BB9D0D0AA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326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705F-B548-4303-9024-BB9D0D0AA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747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686" y="177788"/>
            <a:ext cx="11531325" cy="7626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686" y="1244372"/>
            <a:ext cx="11531325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4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4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3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3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388A-9FC4-4F4A-A86D-9614D91EF7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3172" y="639195"/>
            <a:ext cx="10825655" cy="1863451"/>
          </a:xfrm>
        </p:spPr>
        <p:txBody>
          <a:bodyPr>
            <a:no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Evaluating Experience: Generative AI for Authentic Online Learning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1118992-6945-B04F-9AF3-479340CE9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2693322"/>
            <a:ext cx="10058400" cy="11430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Michael Rupert &amp; Will Austin</a:t>
            </a:r>
          </a:p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Metropolitan State University of Denver</a:t>
            </a:r>
          </a:p>
        </p:txBody>
      </p:sp>
    </p:spTree>
    <p:extLst>
      <p:ext uri="{BB962C8B-B14F-4D97-AF65-F5344CB8AC3E}">
        <p14:creationId xmlns:p14="http://schemas.microsoft.com/office/powerpoint/2010/main" val="2782586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249382"/>
            <a:ext cx="10058400" cy="760769"/>
          </a:xfrm>
        </p:spPr>
        <p:txBody>
          <a:bodyPr/>
          <a:lstStyle/>
          <a:p>
            <a:r>
              <a:rPr lang="en-US" dirty="0"/>
              <a:t>Experiential Learning in Online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19" y="1139153"/>
            <a:ext cx="11579630" cy="5062142"/>
          </a:xfrm>
        </p:spPr>
        <p:txBody>
          <a:bodyPr numCol="1">
            <a:normAutofit/>
          </a:bodyPr>
          <a:lstStyle/>
          <a:p>
            <a:pPr lvl="1"/>
            <a:r>
              <a:rPr lang="en-US" sz="4000" dirty="0"/>
              <a:t>What disciplines need/ could benefit from interactivity</a:t>
            </a:r>
          </a:p>
          <a:p>
            <a:pPr lvl="2"/>
            <a:r>
              <a:rPr lang="en-US" sz="3600" dirty="0"/>
              <a:t>Skill Based- Medical, nursing, counseling</a:t>
            </a:r>
          </a:p>
          <a:p>
            <a:pPr lvl="2"/>
            <a:r>
              <a:rPr lang="en-US" sz="3600" dirty="0"/>
              <a:t>Impact- Sociology, Health and Human Services</a:t>
            </a:r>
          </a:p>
          <a:p>
            <a:pPr lvl="2"/>
            <a:r>
              <a:rPr lang="en-US" sz="3600" dirty="0"/>
              <a:t>Professional Experience- Project Management</a:t>
            </a:r>
          </a:p>
          <a:p>
            <a:pPr lvl="2"/>
            <a:r>
              <a:rPr lang="en-US" sz="3600" dirty="0"/>
              <a:t>What else??</a:t>
            </a:r>
          </a:p>
          <a:p>
            <a:pPr lvl="2"/>
            <a:endParaRPr lang="en-US" sz="3600" dirty="0"/>
          </a:p>
          <a:p>
            <a:pPr lvl="3"/>
            <a:endParaRPr lang="en-US" sz="32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274320" y="993525"/>
            <a:ext cx="1166275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192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C8FE4-93E1-04D2-9DF8-0206296DD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FF7DD-FA03-57FF-CE41-3D8C0556F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49382"/>
            <a:ext cx="10058400" cy="760769"/>
          </a:xfrm>
        </p:spPr>
        <p:txBody>
          <a:bodyPr/>
          <a:lstStyle/>
          <a:p>
            <a:r>
              <a:rPr lang="en-US" dirty="0"/>
              <a:t>What we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C82A4-17B8-4E61-60CE-071E10908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19" y="1139153"/>
            <a:ext cx="11579630" cy="760768"/>
          </a:xfrm>
        </p:spPr>
        <p:txBody>
          <a:bodyPr numCol="1">
            <a:normAutofit/>
          </a:bodyPr>
          <a:lstStyle/>
          <a:p>
            <a:pPr lvl="1"/>
            <a:r>
              <a:rPr lang="en-US" sz="4000" dirty="0"/>
              <a:t>“Choose Your Own Adventure” Styled experiences</a:t>
            </a:r>
            <a:endParaRPr lang="en-US" sz="3600" dirty="0"/>
          </a:p>
          <a:p>
            <a:pPr lvl="2"/>
            <a:endParaRPr lang="en-US" sz="3600" dirty="0"/>
          </a:p>
          <a:p>
            <a:pPr lvl="3"/>
            <a:endParaRPr lang="en-US" sz="32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4F45CE-418B-309D-8F09-6DD50282437B}"/>
              </a:ext>
            </a:extLst>
          </p:cNvPr>
          <p:cNvCxnSpPr/>
          <p:nvPr/>
        </p:nvCxnSpPr>
        <p:spPr>
          <a:xfrm>
            <a:off x="274320" y="993525"/>
            <a:ext cx="1166275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86706025-8F21-7798-E374-049C500C4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76" y="1971497"/>
            <a:ext cx="2914048" cy="40758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2E4E93-A4BD-4A4A-6938-B4806DF74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911" y="2099948"/>
            <a:ext cx="3694445" cy="38189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DFB2C5-5A63-04C3-64B9-2A3E08078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184" y="2028923"/>
            <a:ext cx="3869892" cy="392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887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Technology-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687" y="1244371"/>
            <a:ext cx="3899962" cy="470448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Midjourney (best)</a:t>
            </a:r>
          </a:p>
          <a:p>
            <a:pPr marL="955548" lvl="1" indent="-5715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ChatGPT and Sora (video)</a:t>
            </a:r>
          </a:p>
          <a:p>
            <a:pPr marL="955548" lvl="1" indent="-5715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MS Copilot?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274320" y="993525"/>
            <a:ext cx="1166275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3C97D89-02A5-15E3-DBA8-04A788815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917" y="1597573"/>
            <a:ext cx="7131442" cy="313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76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68C8A-8006-8D37-7E52-A6225D243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99E24-5D38-1B99-3547-02E410F54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Technology- Building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027F8-75E1-21FF-38EE-51E1663CE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87" y="1244372"/>
            <a:ext cx="11531324" cy="2087408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Twine</a:t>
            </a:r>
          </a:p>
          <a:p>
            <a:pPr marL="955548" lvl="1" indent="-5715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HTML Story Builder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B0A52BC-DD15-0FEB-179A-E61660DE8AF3}"/>
              </a:ext>
            </a:extLst>
          </p:cNvPr>
          <p:cNvCxnSpPr/>
          <p:nvPr/>
        </p:nvCxnSpPr>
        <p:spPr>
          <a:xfrm>
            <a:off x="274320" y="993525"/>
            <a:ext cx="1166275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3FF89EA-1E86-D045-DD8A-50C4BA5B9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128" y="2921876"/>
            <a:ext cx="4741761" cy="29070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FE0D9E-546E-D80B-5B9D-FA9532177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126" y="2774732"/>
            <a:ext cx="4324893" cy="318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992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FAAF1-B4BD-DC2E-100F-BEDA4CF2B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3CEE9-CB37-E6A7-238A-E46761E7F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49382"/>
            <a:ext cx="10058400" cy="760769"/>
          </a:xfrm>
        </p:spPr>
        <p:txBody>
          <a:bodyPr>
            <a:normAutofit fontScale="90000"/>
          </a:bodyPr>
          <a:lstStyle/>
          <a:p>
            <a:r>
              <a:rPr lang="en-US" dirty="0"/>
              <a:t>Assessment- how do we assess experiences?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B0BAA-D173-7B74-5B8D-83A96D160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19" y="1139153"/>
            <a:ext cx="7177515" cy="5062142"/>
          </a:xfrm>
        </p:spPr>
        <p:txBody>
          <a:bodyPr numCol="1">
            <a:normAutofit/>
          </a:bodyPr>
          <a:lstStyle/>
          <a:p>
            <a:pPr lvl="1"/>
            <a:r>
              <a:rPr lang="en-US" sz="4000" dirty="0"/>
              <a:t>Recap and summary pages- revisit principles</a:t>
            </a:r>
          </a:p>
          <a:p>
            <a:pPr lvl="1"/>
            <a:r>
              <a:rPr lang="en-US" sz="4000" dirty="0"/>
              <a:t>Reflections – what was the impact of the experience</a:t>
            </a:r>
          </a:p>
          <a:p>
            <a:pPr lvl="1"/>
            <a:r>
              <a:rPr lang="en-US" sz="4000" dirty="0"/>
              <a:t>Quizzes – Discrete and Semantic knowledge</a:t>
            </a:r>
            <a:endParaRPr lang="en-US" sz="3600" dirty="0"/>
          </a:p>
          <a:p>
            <a:pPr lvl="2"/>
            <a:endParaRPr lang="en-US" sz="3600" dirty="0"/>
          </a:p>
          <a:p>
            <a:pPr lvl="3"/>
            <a:endParaRPr lang="en-US" sz="32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E0E316-0449-BA82-F70F-1F785CED2D58}"/>
              </a:ext>
            </a:extLst>
          </p:cNvPr>
          <p:cNvCxnSpPr/>
          <p:nvPr/>
        </p:nvCxnSpPr>
        <p:spPr>
          <a:xfrm>
            <a:off x="274320" y="993525"/>
            <a:ext cx="1166275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893EF580-788E-6BE1-D635-69E8C73B5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834" y="1575813"/>
            <a:ext cx="4137180" cy="423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705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38FD9-9172-8B7C-281E-C9A8D9741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D127B-AFA0-A25B-B05C-8DC3B9017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49382"/>
            <a:ext cx="10058400" cy="760769"/>
          </a:xfrm>
        </p:spPr>
        <p:txBody>
          <a:bodyPr/>
          <a:lstStyle/>
          <a:p>
            <a:r>
              <a:rPr lang="en-US" dirty="0"/>
              <a:t>Higher Tech or Lower Tech?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0E0D1-4457-4EBC-F66A-0C7D0427C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19" y="1139153"/>
            <a:ext cx="11579630" cy="5062142"/>
          </a:xfrm>
        </p:spPr>
        <p:txBody>
          <a:bodyPr numCol="1">
            <a:normAutofit/>
          </a:bodyPr>
          <a:lstStyle/>
          <a:p>
            <a:pPr lvl="1"/>
            <a:r>
              <a:rPr lang="en-US" sz="4000" dirty="0"/>
              <a:t>Lower tech (easier)</a:t>
            </a:r>
          </a:p>
          <a:p>
            <a:pPr lvl="2"/>
            <a:r>
              <a:rPr lang="en-US" sz="3200" dirty="0"/>
              <a:t>Google Forms- Branching decisions without coding</a:t>
            </a:r>
          </a:p>
          <a:p>
            <a:pPr lvl="2"/>
            <a:r>
              <a:rPr lang="en-US" sz="3200" dirty="0"/>
              <a:t>Public Domain Images (</a:t>
            </a:r>
            <a:r>
              <a:rPr lang="en-US" sz="3200" dirty="0" err="1"/>
              <a:t>Unsplash</a:t>
            </a:r>
            <a:r>
              <a:rPr lang="en-US" sz="3200" dirty="0"/>
              <a:t>, </a:t>
            </a:r>
            <a:r>
              <a:rPr lang="en-US" sz="3200" dirty="0" err="1"/>
              <a:t>Pixabay</a:t>
            </a:r>
            <a:r>
              <a:rPr lang="en-US" sz="3200" dirty="0"/>
              <a:t>)- Less customizable but doesn’t require AI</a:t>
            </a:r>
          </a:p>
          <a:p>
            <a:pPr lvl="1"/>
            <a:r>
              <a:rPr lang="en-US" sz="3600" dirty="0"/>
              <a:t>Higher Tech (More experiential?)</a:t>
            </a:r>
          </a:p>
          <a:p>
            <a:pPr lvl="2"/>
            <a:r>
              <a:rPr lang="en-US" sz="3200" dirty="0"/>
              <a:t>Twine HTML files can be zipped to work with Canvas, can talk to LMS (limited)</a:t>
            </a:r>
          </a:p>
          <a:p>
            <a:pPr lvl="2"/>
            <a:r>
              <a:rPr lang="en-US" sz="3200" dirty="0"/>
              <a:t>AI Avatars like </a:t>
            </a:r>
            <a:r>
              <a:rPr lang="en-US" sz="3200" dirty="0" err="1"/>
              <a:t>Heygen</a:t>
            </a:r>
            <a:r>
              <a:rPr lang="en-US" sz="3200" dirty="0"/>
              <a:t>- provide visual and audio feedback</a:t>
            </a:r>
          </a:p>
          <a:p>
            <a:pPr lvl="2"/>
            <a:endParaRPr lang="en-US" sz="3600" dirty="0"/>
          </a:p>
          <a:p>
            <a:pPr lvl="3"/>
            <a:endParaRPr lang="en-US" sz="32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77D1F5-86ED-9598-8611-BB08F221BB00}"/>
              </a:ext>
            </a:extLst>
          </p:cNvPr>
          <p:cNvCxnSpPr/>
          <p:nvPr/>
        </p:nvCxnSpPr>
        <p:spPr>
          <a:xfrm>
            <a:off x="274320" y="993525"/>
            <a:ext cx="1166275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512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C0EC9-45DD-9DAD-3A52-5E6C1FD2B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6D7C1-CDBB-9BB4-36D9-7553C8FE9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49382"/>
            <a:ext cx="10058400" cy="760769"/>
          </a:xfrm>
        </p:spPr>
        <p:txBody>
          <a:bodyPr/>
          <a:lstStyle/>
          <a:p>
            <a:r>
              <a:rPr lang="en-US" dirty="0"/>
              <a:t>Discussion, Display,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B24DD-8113-8F87-67CE-97CCB7736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19" y="1139153"/>
            <a:ext cx="11579630" cy="5062142"/>
          </a:xfrm>
        </p:spPr>
        <p:txBody>
          <a:bodyPr numCol="1">
            <a:normAutofit lnSpcReduction="10000"/>
          </a:bodyPr>
          <a:lstStyle/>
          <a:p>
            <a:pPr lvl="1"/>
            <a:r>
              <a:rPr lang="en-US" sz="4000" dirty="0"/>
              <a:t>Discussion</a:t>
            </a:r>
          </a:p>
          <a:p>
            <a:pPr lvl="2"/>
            <a:r>
              <a:rPr lang="en-US" sz="3600" dirty="0"/>
              <a:t>What fields/ disciplines could benefit from interactivity?</a:t>
            </a:r>
          </a:p>
          <a:p>
            <a:pPr lvl="2"/>
            <a:r>
              <a:rPr lang="en-US" sz="3600" dirty="0"/>
              <a:t>What knowledge is important and how do we assess?</a:t>
            </a:r>
          </a:p>
          <a:p>
            <a:pPr lvl="1"/>
            <a:r>
              <a:rPr lang="en-US" sz="4000" dirty="0"/>
              <a:t>Display</a:t>
            </a:r>
          </a:p>
          <a:p>
            <a:pPr lvl="2"/>
            <a:r>
              <a:rPr lang="en-US" sz="3600" dirty="0"/>
              <a:t>Look at existing Twine experiences</a:t>
            </a:r>
          </a:p>
          <a:p>
            <a:pPr lvl="2"/>
            <a:r>
              <a:rPr lang="en-US" sz="3600" dirty="0"/>
              <a:t>Explore how experiences are placed in courses</a:t>
            </a:r>
          </a:p>
          <a:p>
            <a:pPr lvl="1"/>
            <a:r>
              <a:rPr lang="en-US" sz="4000" dirty="0"/>
              <a:t>Demo</a:t>
            </a:r>
          </a:p>
          <a:p>
            <a:pPr lvl="2"/>
            <a:r>
              <a:rPr lang="en-US" sz="3600" dirty="0"/>
              <a:t>Try to build your own Twine</a:t>
            </a:r>
          </a:p>
          <a:p>
            <a:pPr lvl="2"/>
            <a:r>
              <a:rPr lang="en-US" sz="3600" dirty="0"/>
              <a:t>Midjourney prompting, storyboarding</a:t>
            </a:r>
            <a:r>
              <a:rPr lang="en-US" sz="3600"/>
              <a:t>, zipping?</a:t>
            </a:r>
            <a:endParaRPr lang="en-US" sz="3600" dirty="0"/>
          </a:p>
          <a:p>
            <a:pPr lvl="2"/>
            <a:endParaRPr lang="en-US" sz="2800" dirty="0"/>
          </a:p>
          <a:p>
            <a:pPr lvl="2"/>
            <a:endParaRPr lang="en-US" sz="3600" dirty="0"/>
          </a:p>
          <a:p>
            <a:pPr lvl="3"/>
            <a:endParaRPr lang="en-US" sz="32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791E1B-98A7-73A1-AD1C-4F520AA37BB7}"/>
              </a:ext>
            </a:extLst>
          </p:cNvPr>
          <p:cNvCxnSpPr/>
          <p:nvPr/>
        </p:nvCxnSpPr>
        <p:spPr>
          <a:xfrm>
            <a:off x="274320" y="993525"/>
            <a:ext cx="1166275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212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76959-669F-9532-B5E5-9CED7DF27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87C6E-CBA0-7819-2B6D-FD206BE7D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3172" y="639195"/>
            <a:ext cx="10825655" cy="1863451"/>
          </a:xfrm>
        </p:spPr>
        <p:txBody>
          <a:bodyPr>
            <a:no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Evaluating Experience: Generative AI for Authentic Online Learning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5498C89-D9D8-8784-7D35-FA75B74438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2693322"/>
            <a:ext cx="10058400" cy="11430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Michael Rupert &amp; Will Austin</a:t>
            </a:r>
          </a:p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Metropolitan State University of Denver</a:t>
            </a:r>
          </a:p>
        </p:txBody>
      </p:sp>
    </p:spTree>
    <p:extLst>
      <p:ext uri="{BB962C8B-B14F-4D97-AF65-F5344CB8AC3E}">
        <p14:creationId xmlns:p14="http://schemas.microsoft.com/office/powerpoint/2010/main" val="41052574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1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C00000"/>
      </a:accent1>
      <a:accent2>
        <a:srgbClr val="0F4C76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LD_Studio_TV_Recording" id="{7255F25E-70C8-4508-BD39-1CAF37897063}" vid="{D52CFCB5-3E6D-4146-84B2-374E398D315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800E83AC33C544A52150DE656FA7B5" ma:contentTypeVersion="24" ma:contentTypeDescription="Create a new document." ma:contentTypeScope="" ma:versionID="64bc4508f7c147c0e3c9742758b295eb">
  <xsd:schema xmlns:xsd="http://www.w3.org/2001/XMLSchema" xmlns:xs="http://www.w3.org/2001/XMLSchema" xmlns:p="http://schemas.microsoft.com/office/2006/metadata/properties" xmlns:ns2="f2660cf1-6a0e-485f-b986-28c6693f7fce" xmlns:ns3="3f2cc60f-ae78-471c-9201-efe4f460bf04" targetNamespace="http://schemas.microsoft.com/office/2006/metadata/properties" ma:root="true" ma:fieldsID="016db230ef542dc9ffb092d28fbc8220" ns2:_="" ns3:_="">
    <xsd:import namespace="f2660cf1-6a0e-485f-b986-28c6693f7fce"/>
    <xsd:import namespace="3f2cc60f-ae78-471c-9201-efe4f460bf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odule" minOccurs="0"/>
                <xsd:element ref="ns2:Statu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660cf1-6a0e-485f-b986-28c6693f7fc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23401fd-4171-4ebb-b21f-c984330e7b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odule" ma:index="25" nillable="true" ma:displayName="Module" ma:format="Dropdown" ma:internalName="Module">
      <xsd:simpleType>
        <xsd:restriction base="dms:Choice">
          <xsd:enumeration value="Course Info"/>
          <xsd:enumeration value="M01"/>
          <xsd:enumeration value="M02"/>
          <xsd:enumeration value="M03"/>
          <xsd:enumeration value="M04"/>
          <xsd:enumeration value="M05"/>
          <xsd:enumeration value="M06"/>
          <xsd:enumeration value="M07"/>
          <xsd:enumeration value="M08"/>
          <xsd:enumeration value="M09"/>
          <xsd:enumeration value="M10"/>
          <xsd:enumeration value="M11"/>
          <xsd:enumeration value="M12"/>
          <xsd:enumeration value="M13"/>
          <xsd:enumeration value="M14"/>
          <xsd:enumeration value="M15"/>
          <xsd:enumeration value="M16"/>
          <xsd:enumeration value="M17"/>
          <xsd:enumeration value="Textbook"/>
        </xsd:restriction>
      </xsd:simpleType>
    </xsd:element>
    <xsd:element name="Status" ma:index="26" nillable="true" ma:displayName="Status" ma:format="RadioButtons" ma:internalName="Status">
      <xsd:simpleType>
        <xsd:restriction base="dms:Choice">
          <xsd:enumeration value="Original"/>
          <xsd:enumeration value="Working"/>
          <xsd:enumeration value="Final"/>
        </xsd:restriction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2cc60f-ae78-471c-9201-efe4f460bf0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f3eac6bd-9121-4baf-8a3f-8c6fc29670ac}" ma:internalName="TaxCatchAll" ma:showField="CatchAllData" ma:web="3f2cc60f-ae78-471c-9201-efe4f460bf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660cf1-6a0e-485f-b986-28c6693f7fce">
      <Terms xmlns="http://schemas.microsoft.com/office/infopath/2007/PartnerControls"/>
    </lcf76f155ced4ddcb4097134ff3c332f>
    <TaxCatchAll xmlns="3f2cc60f-ae78-471c-9201-efe4f460bf04" xsi:nil="true"/>
    <Status xmlns="f2660cf1-6a0e-485f-b986-28c6693f7fce" xsi:nil="true"/>
    <Module xmlns="f2660cf1-6a0e-485f-b986-28c6693f7fc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37B873B-FBD1-41B1-A15C-A9C5D1FD43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660cf1-6a0e-485f-b986-28c6693f7fce"/>
    <ds:schemaRef ds:uri="3f2cc60f-ae78-471c-9201-efe4f460bf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EFE8510-187C-4EEA-99E0-2BDF9AB41C4F}">
  <ds:schemaRefs>
    <ds:schemaRef ds:uri="http://schemas.microsoft.com/office/2006/metadata/properties"/>
    <ds:schemaRef ds:uri="http://schemas.microsoft.com/office/infopath/2007/PartnerControls"/>
    <ds:schemaRef ds:uri="f2660cf1-6a0e-485f-b986-28c6693f7fce"/>
    <ds:schemaRef ds:uri="3f2cc60f-ae78-471c-9201-efe4f460bf04"/>
  </ds:schemaRefs>
</ds:datastoreItem>
</file>

<file path=customXml/itemProps3.xml><?xml version="1.0" encoding="utf-8"?>
<ds:datastoreItem xmlns:ds="http://schemas.openxmlformats.org/officeDocument/2006/customXml" ds:itemID="{657E87F4-8042-45BF-9451-3DFCC248B09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RolesandRulesinFamilies</Template>
  <TotalTime>532</TotalTime>
  <Words>249</Words>
  <Application>Microsoft Office PowerPoint</Application>
  <PresentationFormat>Widescreen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Retrospect</vt:lpstr>
      <vt:lpstr>Evaluating Experience: Generative AI for Authentic Online Learning</vt:lpstr>
      <vt:lpstr>Experiential Learning in Online Classes</vt:lpstr>
      <vt:lpstr>What we do</vt:lpstr>
      <vt:lpstr>Technology- Media</vt:lpstr>
      <vt:lpstr>Technology- Building Experience</vt:lpstr>
      <vt:lpstr>Assessment- how do we assess experiences?</vt:lpstr>
      <vt:lpstr>Higher Tech or Lower Tech?</vt:lpstr>
      <vt:lpstr>Discussion, Display, Demo</vt:lpstr>
      <vt:lpstr>Evaluating Experience: Generative AI for Authentic Online Learning</vt:lpstr>
    </vt:vector>
  </TitlesOfParts>
  <Company>Metropolitan State University of Denver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Roles and Rules in  Families</dc:title>
  <dc:creator>Emily Van Buren</dc:creator>
  <cp:lastModifiedBy>Michael Rupert</cp:lastModifiedBy>
  <cp:revision>49</cp:revision>
  <dcterms:created xsi:type="dcterms:W3CDTF">2018-11-13T17:41:25Z</dcterms:created>
  <dcterms:modified xsi:type="dcterms:W3CDTF">2026-02-17T22:09:51Z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0x01010015800E83AC33C544A52150DE656FA7B5</vt:lpwstr>
  </property>
  <property fmtid="{D5CDD505-2E9C-101B-9397-08002B2CF9AE}" pid="3" name="MediaServiceImageTags">
    <vt:lpwstr/>
  </property>
</Properties>
</file>